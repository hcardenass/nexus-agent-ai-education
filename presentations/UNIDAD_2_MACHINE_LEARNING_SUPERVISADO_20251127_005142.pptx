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</a:defRPr>
            </a:pPr>
            <a:r>
              <a:t>UNIDAD 2: MACHINE LEARNING SUPERVISADO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Fundamentos y Aplicaciones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Generado por Edu-Nexus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Slide 1: Introducción al Aprendizaje Supervisado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Duración: 5 semanas (15 horas de contenido).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Explora los fundamentos del Machine Learning.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Distingue entre aprendizaje supervisado, no supervisado y por refuerzo.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Aborda conceptos cruciales como overfitting y underfitting.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Introduce el Train/Test split y la validación cruzada para evaluación de modelos.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Slide 2: Algoritmos de Regresión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Enfocado en la predicción de valores continuos.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Cubre algoritmos como Regresión Lineal, Polinomial, Ridge y Lasso.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Presenta métricas clave para evaluar modelos: MSE, RMSE, R², MAE.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Incluye el Lab 3 para la implementación de regresión lineal.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Slide 3: Algoritmos de Clasificación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Centrado en la predicción de categorías o clases.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Estudia algoritmos como Regresión Logística, Decision Trees y Random Forest.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Explora Support Vector Machines (SVM) y K-Nearest Neighbors (KNN).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Incorpora el Lab 4 para la clasificación de imágenes con Random Forest.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Slide 4: Aplicación Práctica y Evaluación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Consolida conocimientos mediante laboratorios prácticos.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El Lab 3 se enfoca en la implementación de regresión lineal.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El Lab 4 aborda la clasificación de imágenes con Random Forest.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La evaluación incluye una Práctica calificada 2 (20%) y un Proyecto ML (15%).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Slide 5: Resumen de la 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Adquisición de dominio en técnicas de Machine Learning supervisado.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Capacidad para implementar modelos de regresión y clasificación.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Habilidad para evaluar el rendimiento de modelos con métricas adecuadas.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Experiencia práctica a través de laboratorios y un proyecto integrador.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t>Preparación para el análisis predictivo y la toma de decisiones basada en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