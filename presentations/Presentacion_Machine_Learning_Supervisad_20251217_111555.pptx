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000" b="1">
                <a:solidFill>
                  <a:srgbClr val="FFFFFF"/>
                </a:solidFill>
              </a:defRPr>
            </a:pPr>
            <a:r>
              <a:t>Presentación: Machine Learning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CBD5E1"/>
                </a:solidFill>
              </a:defRPr>
            </a:pPr>
            <a:r>
              <a:t>Explorando la Predicción basada en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Generado por Edu-Nexus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Slide 1: Introducción al Machine Learning Supervisado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✓  **Duración:** 5 semanas (15 horas de estudio).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➤  **Conceptos Fundamentales:** Diferencia entre aprendizaje supervisado, no supervisado y por refuerzo.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●  **Desafíos Comunes:** Comprensión de Overfitting y Underfitting.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◆  **Estrategias de Preparación:** Uso de Train/Test split y validación cruzada para modelos robustos.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Slide 2: Algoritmos y Métricas de Regresión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✓  **Modelos de Regresión:** Exploración de Regresión Lineal, Polinomial, Ridge y Lasso.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➤  **Métricas de Evaluación:** Medición de rendimiento con MSE, RMSE, R² y MAE.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●  **Ejemplo Práctico:** Lab 3 enfocado en la predicción de precios de casas.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Slide 3: Algoritmos y Métricas de Clasificación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✓  **Modelos de Clasificación:** Estudio de Regresión Logística, Decision Trees, Random Forest, SVM y KNN.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➤  **Evaluación de Modelos:** Análisis con Matriz de confusión, Precision, Recall, F1-Score, ROC Curve y AUC.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●  **Ejemplo Práctico:** Lab 4 para clasificación de clientes (predicción de Churn).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Slide 4: Optimización y Aplicación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✓  **Optimización de Hiperparámetros:** Técnicas como GridSearchCV para mejorar el rendimiento del modelo (Lab 5).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➤  **Evaluación Integral:** Aplicación de métricas avanzadas para una comprensión profunda del desempeño.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●  **Proyecto Aplicado:** Desarrollo de un proyecto de Machine Learning supervisado.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📌 Slide 5: Resumen de la Unidad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✓  **Enfoque Central:** Implementación y evaluación de modelos predictivos de regresión y clasificación.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➤  **Habilidades Clave:** Selección de algoritmos, ajuste de hiperparámetros y evaluación rigurosa.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●  **Evaluación:** Incluye Examen parcial y un Proyecto de ML supervisado.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1E293B"/>
                </a:solidFill>
              </a:defRPr>
            </a:pPr>
            <a:r>
              <a:t>◆  **Aprendizaje Práctico:** Reforzado mediante laboratorios enfocados en casos reales.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